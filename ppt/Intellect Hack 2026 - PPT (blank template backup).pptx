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" charset="1" panose="020B0503030501040103"/>
      <p:regular r:id="rId14"/>
    </p:embeddedFont>
    <p:embeddedFont>
      <p:font typeface="Anton" charset="1" panose="00000500000000000000"/>
      <p:regular r:id="rId15"/>
    </p:embeddedFont>
    <p:embeddedFont>
      <p:font typeface="Space Mono Bold" charset="1" panose="02000809030000020004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6115" y="-3321668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8" id="8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173930" y="5191057"/>
            <a:ext cx="1134304" cy="78586"/>
          </a:xfrm>
          <a:custGeom>
            <a:avLst/>
            <a:gdLst/>
            <a:ahLst/>
            <a:cxnLst/>
            <a:rect r="r" b="b" t="t" l="l"/>
            <a:pathLst>
              <a:path h="78586" w="1134304">
                <a:moveTo>
                  <a:pt x="0" y="0"/>
                </a:moveTo>
                <a:lnTo>
                  <a:pt x="1134304" y="0"/>
                </a:lnTo>
                <a:lnTo>
                  <a:pt x="1134304" y="78586"/>
                </a:lnTo>
                <a:lnTo>
                  <a:pt x="0" y="78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027" t="-1095844" r="-14896" b="-67947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912184" y="168484"/>
            <a:ext cx="3012073" cy="759671"/>
            <a:chOff x="0" y="0"/>
            <a:chExt cx="4016097" cy="1012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37180" y="0"/>
              <a:ext cx="3341736" cy="1012895"/>
            </a:xfrm>
            <a:custGeom>
              <a:avLst/>
              <a:gdLst/>
              <a:ahLst/>
              <a:cxnLst/>
              <a:rect r="r" b="b" t="t" l="l"/>
              <a:pathLst>
                <a:path h="1012895" w="3341736">
                  <a:moveTo>
                    <a:pt x="0" y="0"/>
                  </a:moveTo>
                  <a:lnTo>
                    <a:pt x="3341736" y="0"/>
                  </a:lnTo>
                  <a:lnTo>
                    <a:pt x="3341736" y="1012895"/>
                  </a:lnTo>
                  <a:lnTo>
                    <a:pt x="0" y="1012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1849" t="0" r="-4184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315245"/>
              <a:ext cx="4016097" cy="363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TRACK - [ref. website]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080330" y="724172"/>
            <a:ext cx="1019543" cy="69776"/>
          </a:xfrm>
          <a:custGeom>
            <a:avLst/>
            <a:gdLst/>
            <a:ahLst/>
            <a:cxnLst/>
            <a:rect r="r" b="b" t="t" l="l"/>
            <a:pathLst>
              <a:path h="69776" w="1019543">
                <a:moveTo>
                  <a:pt x="0" y="0"/>
                </a:moveTo>
                <a:lnTo>
                  <a:pt x="1019543" y="0"/>
                </a:lnTo>
                <a:lnTo>
                  <a:pt x="1019543" y="69776"/>
                </a:lnTo>
                <a:lnTo>
                  <a:pt x="0" y="69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027" t="-1109958" r="-14896" b="-68845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85250" y="6246955"/>
            <a:ext cx="4769354" cy="9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gradFill>
                  <a:gsLst>
                    <a:gs pos="0">
                      <a:srgbClr val="FF6767">
                        <a:alpha val="100000"/>
                      </a:srgbClr>
                    </a:gs>
                    <a:gs pos="100000">
                      <a:srgbClr val="FFD1D1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Team Name &amp;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gradFill>
                  <a:gsLst>
                    <a:gs pos="0">
                      <a:srgbClr val="FF6767">
                        <a:alpha val="100000"/>
                      </a:srgbClr>
                    </a:gs>
                    <a:gs pos="100000">
                      <a:srgbClr val="FFD1D1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Team Member Names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00259" y="3751597"/>
            <a:ext cx="4339335" cy="107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8"/>
              </a:lnSpc>
              <a:spcBef>
                <a:spcPct val="0"/>
              </a:spcBef>
            </a:pPr>
            <a:r>
              <a:rPr lang="en-US" sz="6227">
                <a:gradFill>
                  <a:gsLst>
                    <a:gs pos="0">
                      <a:srgbClr val="731919">
                        <a:alpha val="100000"/>
                      </a:srgbClr>
                    </a:gs>
                    <a:gs pos="100000">
                      <a:srgbClr val="E52B2B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PROJECT TITLE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901218" y="1803582"/>
            <a:ext cx="12485564" cy="1404907"/>
            <a:chOff x="0" y="0"/>
            <a:chExt cx="16647419" cy="187320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71450"/>
              <a:ext cx="7962322" cy="2044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69"/>
                </a:lnSpc>
              </a:pPr>
              <a:r>
                <a:rPr lang="en-US" sz="9264" spc="1195">
                  <a:gradFill>
                    <a:gsLst>
                      <a:gs pos="0">
                        <a:srgbClr val="AE4444">
                          <a:alpha val="100000"/>
                        </a:srgbClr>
                      </a:gs>
                      <a:gs pos="100000">
                        <a:srgbClr val="FFA3A3">
                          <a:alpha val="100000"/>
                        </a:srgbClr>
                      </a:gs>
                    </a:gsLst>
                    <a:lin ang="5400000"/>
                  </a:gradFill>
                  <a:latin typeface="Anton"/>
                  <a:ea typeface="Anton"/>
                  <a:cs typeface="Anton"/>
                  <a:sym typeface="Anton"/>
                </a:rPr>
                <a:t>INTELLECT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291640" y="-171450"/>
              <a:ext cx="8355779" cy="2044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69"/>
                </a:lnSpc>
              </a:pPr>
              <a:r>
                <a:rPr lang="en-US" sz="9264" spc="1195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Anton"/>
                  <a:ea typeface="Anton"/>
                  <a:cs typeface="Anton"/>
                  <a:sym typeface="Anton"/>
                </a:rPr>
                <a:t>HACK </a:t>
              </a:r>
              <a:r>
                <a:rPr lang="en-US" sz="9264" spc="1195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Anton"/>
                  <a:ea typeface="Anton"/>
                  <a:cs typeface="Anton"/>
                  <a:sym typeface="Anton"/>
                </a:rPr>
                <a:t>2026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26235" y="-432950"/>
            <a:ext cx="5172541" cy="2153040"/>
            <a:chOff x="0" y="0"/>
            <a:chExt cx="6896722" cy="287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84144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96978" t="0" r="-35815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48507" t="0" r="-193689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662905" y="9688511"/>
            <a:ext cx="8699201" cy="34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b="true" sz="2047" spc="59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INNOVATE.</a:t>
            </a:r>
            <a:r>
              <a:rPr lang="en-US" b="true" sz="2047" spc="599">
                <a:gradFill>
                  <a:gsLst>
                    <a:gs pos="0">
                      <a:srgbClr val="731919">
                        <a:alpha val="100000"/>
                      </a:srgbClr>
                    </a:gs>
                    <a:gs pos="100000">
                      <a:srgbClr val="E52B2B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BULID.</a:t>
            </a:r>
            <a:r>
              <a:rPr lang="en-US" b="true" sz="2047" spc="59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DEMONSTRATE.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57729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5852" y="1614650"/>
            <a:ext cx="4927947" cy="83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2"/>
              </a:lnSpc>
            </a:pPr>
            <a:r>
              <a:rPr lang="en-US" sz="490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27298" y="1836912"/>
            <a:ext cx="4325784" cy="158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8"/>
              </a:lnSpc>
            </a:pPr>
            <a:r>
              <a:rPr lang="en-US" sz="459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  <a:p>
            <a:pPr algn="ctr">
              <a:lnSpc>
                <a:spcPts val="642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2" id="12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57729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77857" y="1921277"/>
            <a:ext cx="4159389" cy="142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0"/>
              </a:lnSpc>
            </a:pPr>
            <a:r>
              <a:rPr lang="en-US" sz="41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TECHNICAL APPROACH</a:t>
            </a:r>
          </a:p>
          <a:p>
            <a:pPr algn="ctr">
              <a:lnSpc>
                <a:spcPts val="577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57729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3668" y="1849069"/>
            <a:ext cx="4806158" cy="15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6"/>
              </a:lnSpc>
            </a:pPr>
            <a:r>
              <a:rPr lang="en-US" sz="446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FEASIBILITY &amp; VIABILITY</a:t>
            </a:r>
          </a:p>
          <a:p>
            <a:pPr algn="ctr">
              <a:lnSpc>
                <a:spcPts val="624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43778" y="1791322"/>
            <a:ext cx="3622877" cy="139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9"/>
              </a:lnSpc>
            </a:pPr>
            <a:r>
              <a:rPr lang="en-US" sz="40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IMPACT &amp; BENEFITS</a:t>
            </a:r>
          </a:p>
          <a:p>
            <a:pPr algn="ctr">
              <a:lnSpc>
                <a:spcPts val="565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2" id="12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5239" y="1805153"/>
            <a:ext cx="5089965" cy="142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3"/>
              </a:lnSpc>
            </a:pPr>
            <a:r>
              <a:rPr lang="en-US" sz="412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PROGRESS AND PROTOTYPE</a:t>
            </a:r>
          </a:p>
          <a:p>
            <a:pPr algn="ctr">
              <a:lnSpc>
                <a:spcPts val="5773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426235" y="4829514"/>
            <a:ext cx="5435531" cy="56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7"/>
              </a:lnSpc>
            </a:pPr>
            <a:r>
              <a:rPr lang="en-US" sz="324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(Prototype not mandatory)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4210" y="1774860"/>
            <a:ext cx="2091891" cy="127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3"/>
              </a:lnSpc>
            </a:pPr>
            <a:r>
              <a:rPr lang="en-US" sz="36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  <a:p>
            <a:pPr algn="ctr">
              <a:lnSpc>
                <a:spcPts val="515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DAHSDAi3oQ0</dc:identifier>
  <dcterms:modified xsi:type="dcterms:W3CDTF">2011-08-01T06:04:30Z</dcterms:modified>
  <cp:revision>1</cp:revision>
  <dc:title>Intellect Hack 2026 - PPT</dc:title>
</cp:coreProperties>
</file>